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sv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Financial Loan Data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Transforming raw loan data into meaningful business insights through end-to-end data analytics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4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3456"/>
            <a:ext cx="3664744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24" y="2167890"/>
            <a:ext cx="680442" cy="68044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1790" y="2354937"/>
            <a:ext cx="306110" cy="3061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14624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6514624" y="3565565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lending patterns, borrower characteristics, and regional loan performance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10171748" y="1933456"/>
            <a:ext cx="3664863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182" y="2167890"/>
            <a:ext cx="680442" cy="68044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93348" y="2354937"/>
            <a:ext cx="306110" cy="30611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406182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Workflow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10406182" y="356556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end-to-end analytics from data cleaning to interactive dashboards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6280190" y="5115520"/>
            <a:ext cx="7556421" cy="2229445"/>
          </a:xfrm>
          <a:prstGeom prst="roundRect">
            <a:avLst>
              <a:gd name="adj" fmla="val 1526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624" y="5349954"/>
            <a:ext cx="680442" cy="68044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1790" y="5537002"/>
            <a:ext cx="306110" cy="30611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514624" y="62572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Outcome</a:t>
            </a:r>
            <a:endParaRPr lang="en-US" sz="2200" dirty="0"/>
          </a:p>
        </p:txBody>
      </p:sp>
      <p:sp>
        <p:nvSpPr>
          <p:cNvPr id="18" name="Text 9"/>
          <p:cNvSpPr/>
          <p:nvPr/>
        </p:nvSpPr>
        <p:spPr>
          <a:xfrm>
            <a:off x="6514624" y="674762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 raw loan data into meaningful business insights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3402"/>
            <a:ext cx="58659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Tools &amp; Technologies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1580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106228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Jupyter Notebook for data exploration and cleaning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61580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MySQL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410622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 integration and SQL-based analysis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Power BI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 visualization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Excel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Summarized insights and data exploration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554397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Cleaning &amp; Exploration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393638"/>
            <a:ext cx="362783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 – Jupyter Notebook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930848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exploration and cleaning using pandas: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446389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overview with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value identification using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Removed unnecessary columns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Handled null values and standardized formats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8466"/>
            <a:ext cx="59946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Database Integration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107406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334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82463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preprocessing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468291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6951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MySQL Load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18552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connector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829175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055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Queries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54640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Analytical insights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280190" y="644521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Processed data loaded into MySQL database using Python connector, enabling SQL queries for analytical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09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Data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3487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53007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1843326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55761" y="201346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2750463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Year-wise Loan Amount Statistics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51084" y="359521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Analyzed loan distribution across years to understand lending growth trends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183487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153007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1843326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01346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2750463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Grade &amp; Sub-grade Wise Analysis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74256" y="359521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Examined loan distribution across borrower credit grades to identify risk-based patterns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183487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2153007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8032" y="1843326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01346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2750463"/>
            <a:ext cx="3324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Verified vs Non-Verified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897427" y="324088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Compared loan amounts between verified and non-verified borrowers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93790" y="5508188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477708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540" y="5168027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53381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6075164"/>
            <a:ext cx="32377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State-wise Loan Status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051084" y="656558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Analyzed loan status distribution across states to identify regional trends</a:t>
            </a:r>
            <a:endParaRPr lang="en-US" sz="1750" dirty="0"/>
          </a:p>
        </p:txBody>
      </p:sp>
      <p:sp>
        <p:nvSpPr>
          <p:cNvPr id="27" name="Shape 17"/>
          <p:cNvSpPr/>
          <p:nvPr/>
        </p:nvSpPr>
        <p:spPr>
          <a:xfrm>
            <a:off x="7428548" y="5508188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8548" y="5477708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8" y="5168027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53381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6075164"/>
            <a:ext cx="3737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Home Ownership Analysis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7685842" y="656558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Studied how borrower home ownership affects loan distribution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0456"/>
            <a:ext cx="57957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Power BI Dashboard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23354"/>
            <a:ext cx="113348" cy="113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951" y="2902863"/>
            <a:ext cx="3528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Loan distribution by year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831312"/>
            <a:ext cx="113348" cy="1133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3951" y="3710821"/>
            <a:ext cx="41843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Grade and sub-grade analysis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39270"/>
            <a:ext cx="113348" cy="1133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3951" y="4518779"/>
            <a:ext cx="6398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Verified vs non-verified borrower comparison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47228"/>
            <a:ext cx="113348" cy="1133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33951" y="5326737"/>
            <a:ext cx="41080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State-wise loan performance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255187"/>
            <a:ext cx="113348" cy="1133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33951" y="6134695"/>
            <a:ext cx="48895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Home ownership loan distribution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Excel Dashboard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31293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Additional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Microsoft Excel dashboard created to present summarized insights and support data exploration alongside Power BI visualization.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647"/>
            <a:ext cx="60661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Business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16054"/>
            <a:ext cx="4196358" cy="2047994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950488"/>
            <a:ext cx="30221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Loan Issuance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44090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Variation across years indicates changes in lending demand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16054"/>
            <a:ext cx="4196358" cy="2047994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950488"/>
            <a:ext cx="2894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Credit Grade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44090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credit grades associated with larger approved loan volumes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16054"/>
            <a:ext cx="4196358" cy="2047994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95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Verification Effect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Verified borrowers contribute significantly to overall loan amounts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68509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Regional Activity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715714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Certain states show higher loan activity compared to others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68509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Home Ownership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715714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Rented or mortgaged homes account for major loan portion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750"/>
            <a:ext cx="57469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Skills Demonstrated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94478"/>
            <a:ext cx="226814" cy="22681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53201"/>
            <a:ext cx="6407944" cy="30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927509"/>
            <a:ext cx="43566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Cleaning &amp; Preprocessing</a:t>
            </a:r>
            <a:endParaRPr lang="en-US" sz="2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8548" y="2494478"/>
            <a:ext cx="226814" cy="226814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8" y="2753201"/>
            <a:ext cx="6408063" cy="304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428548" y="2927509"/>
            <a:ext cx="3635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 Data Analysis</a:t>
            </a:r>
            <a:endParaRPr lang="en-US" sz="22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729633"/>
            <a:ext cx="226814" cy="226814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4010977"/>
            <a:ext cx="6407944" cy="3048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93790" y="4208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Query Writing</a:t>
            </a:r>
            <a:endParaRPr lang="en-US" sz="220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28548" y="3729633"/>
            <a:ext cx="226814" cy="226814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8548" y="4010977"/>
            <a:ext cx="6408063" cy="304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7428548" y="4208026"/>
            <a:ext cx="2996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Database Integration</a:t>
            </a:r>
            <a:endParaRPr lang="en-US" sz="2200" dirty="0"/>
          </a:p>
        </p:txBody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3790" y="4964787"/>
            <a:ext cx="226814" cy="226814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790" y="5268873"/>
            <a:ext cx="6407944" cy="3048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793790" y="5488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Visualization</a:t>
            </a:r>
            <a:endParaRPr lang="en-US" sz="2200" dirty="0"/>
          </a:p>
        </p:txBody>
      </p:sp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28548" y="4964787"/>
            <a:ext cx="226814" cy="226814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8548" y="5268873"/>
            <a:ext cx="6408063" cy="3048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7428548" y="5488543"/>
            <a:ext cx="39516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Insight Generation</a:t>
            </a:r>
            <a:endParaRPr lang="en-US" sz="2200" dirty="0"/>
          </a:p>
        </p:txBody>
      </p:sp>
      <p:sp>
        <p:nvSpPr>
          <p:cNvPr id="21" name="Text 7"/>
          <p:cNvSpPr/>
          <p:nvPr/>
        </p:nvSpPr>
        <p:spPr>
          <a:xfrm>
            <a:off x="793790" y="62680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demonstrates the complete lifecycle of a data analytics project, highlighting practical skills in Python, SQL, Power BI, and Excel essential for data analyst roles.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2026-03-06T19:52:15Z</dcterms:created>
  <dcterms:modified xsi:type="dcterms:W3CDTF">2026-03-06T19:52:15Z</dcterms:modified>
</cp:coreProperties>
</file>